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06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71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442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790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4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575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587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760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983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955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690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772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03385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399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8996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031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3125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334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4425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Dashboard Design Using Power BI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Objective</a:t>
            </a:r>
          </a:p>
          <a:p>
            <a:pPr marL="0" indent="0">
              <a:buNone/>
            </a:pPr>
            <a:r>
              <a:rPr lang="en-US" b="1" dirty="0"/>
              <a:t>       </a:t>
            </a:r>
            <a:r>
              <a:rPr lang="en-US" dirty="0"/>
              <a:t>To design an interactive business dashboard that helps stakeholders analyze sales performance, profitability, and business trends using data visualization techniques.</a:t>
            </a:r>
          </a:p>
          <a:p>
            <a:pPr marL="0" indent="0">
              <a:buNone/>
            </a:pPr>
            <a:r>
              <a:rPr lang="en-US" b="1" dirty="0"/>
              <a:t>Dataset</a:t>
            </a:r>
          </a:p>
          <a:p>
            <a:pPr marL="0" indent="0">
              <a:buNone/>
            </a:pPr>
            <a:r>
              <a:rPr lang="en-US" dirty="0"/>
              <a:t>      Financial Sample Dataset</a:t>
            </a:r>
          </a:p>
          <a:p>
            <a:pPr marL="0" indent="0">
              <a:buNone/>
            </a:pPr>
            <a:r>
              <a:rPr lang="en-US" b="1" dirty="0"/>
              <a:t>Tools Used</a:t>
            </a:r>
          </a:p>
          <a:p>
            <a:pPr marL="0" indent="0">
              <a:buNone/>
            </a:pPr>
            <a:r>
              <a:rPr lang="en-US" dirty="0"/>
              <a:t>       Power BI Desktop </a:t>
            </a:r>
          </a:p>
          <a:p>
            <a:pPr marL="0" indent="0">
              <a:buNone/>
            </a:pPr>
            <a:r>
              <a:rPr lang="en-US" dirty="0"/>
              <a:t>       Microsoft Excel </a:t>
            </a:r>
          </a:p>
          <a:p>
            <a:pPr marL="0" indent="0">
              <a:buNone/>
            </a:pPr>
            <a:r>
              <a:rPr lang="en-US" dirty="0"/>
              <a:t>       DAX Measures </a:t>
            </a:r>
          </a:p>
          <a:p>
            <a:pPr marL="0" indent="0">
              <a:buNone/>
            </a:pPr>
            <a:r>
              <a:rPr lang="en-US" b="1" dirty="0"/>
              <a:t>KPIs Tracked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SaleTotals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   Total Profit </a:t>
            </a:r>
          </a:p>
          <a:p>
            <a:pPr marL="0" indent="0">
              <a:buNone/>
            </a:pPr>
            <a:r>
              <a:rPr lang="en-US" dirty="0"/>
              <a:t>       Total Units Sold </a:t>
            </a:r>
          </a:p>
          <a:p>
            <a:pPr marL="0" indent="0">
              <a:buNone/>
            </a:pPr>
            <a:r>
              <a:rPr lang="en-US" dirty="0"/>
              <a:t>       Profit Margin %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Screenshot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sz="2200" b="1" dirty="0"/>
              <a:t>Features</a:t>
            </a:r>
            <a:r>
              <a:rPr lang="en-US" sz="2200" b="1" dirty="0"/>
              <a:t>:</a:t>
            </a:r>
            <a:r>
              <a:rPr dirty="0"/>
              <a:t> </a:t>
            </a:r>
            <a:r>
              <a:rPr sz="1800" dirty="0"/>
              <a:t>KPI Cards, Sales Trend Analysis, Profit Analysis, Product Performance, Slicers</a:t>
            </a:r>
            <a:r>
              <a:rPr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3419D5-E2A6-5E39-C056-2041A4012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46" y="1431294"/>
            <a:ext cx="8173941" cy="34905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9918"/>
            <a:ext cx="8229600" cy="48062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Business Insights</a:t>
            </a:r>
          </a:p>
          <a:p>
            <a:r>
              <a:rPr lang="en-US" dirty="0"/>
              <a:t>Total Sales and Profit can be monitored in real time. </a:t>
            </a:r>
          </a:p>
          <a:p>
            <a:r>
              <a:rPr lang="en-US" dirty="0"/>
              <a:t>Sales performance varies across different products and countries. </a:t>
            </a:r>
          </a:p>
          <a:p>
            <a:r>
              <a:rPr lang="en-US" dirty="0"/>
              <a:t>Some products contribute significantly more revenue than others. </a:t>
            </a:r>
          </a:p>
          <a:p>
            <a:r>
              <a:rPr lang="en-US" dirty="0"/>
              <a:t>Profit Margin helps evaluate overall business efficiency. </a:t>
            </a:r>
          </a:p>
          <a:p>
            <a:r>
              <a:rPr lang="en-US" dirty="0"/>
              <a:t>Interactive filters allow detailed analysis by country, segment, and product. </a:t>
            </a:r>
          </a:p>
          <a:p>
            <a:r>
              <a:rPr lang="en-US" dirty="0"/>
              <a:t>Sales trends provide insights into business growth over time. 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Software</a:t>
            </a:r>
          </a:p>
          <a:p>
            <a:pPr marL="0" indent="0">
              <a:buNone/>
            </a:pPr>
            <a:r>
              <a:rPr lang="en-US" b="1" dirty="0"/>
              <a:t>Power BI Desktop</a:t>
            </a:r>
          </a:p>
          <a:p>
            <a:pPr marL="0" indent="0">
              <a:buNone/>
            </a:pPr>
            <a:r>
              <a:rPr lang="en-US" dirty="0"/>
              <a:t>     Dashboard Creation </a:t>
            </a:r>
          </a:p>
          <a:p>
            <a:pPr marL="0" indent="0">
              <a:buNone/>
            </a:pPr>
            <a:r>
              <a:rPr lang="en-US" dirty="0"/>
              <a:t>     Data Visualization </a:t>
            </a:r>
          </a:p>
          <a:p>
            <a:pPr marL="0" indent="0">
              <a:buNone/>
            </a:pPr>
            <a:r>
              <a:rPr lang="en-US" dirty="0"/>
              <a:t>     KPI Monitoring </a:t>
            </a:r>
          </a:p>
          <a:p>
            <a:pPr marL="0" indent="0">
              <a:buNone/>
            </a:pPr>
            <a:r>
              <a:rPr lang="en-US" b="1" dirty="0"/>
              <a:t>Microsoft Excel</a:t>
            </a:r>
          </a:p>
          <a:p>
            <a:pPr marL="0" indent="0">
              <a:buNone/>
            </a:pPr>
            <a:r>
              <a:rPr lang="en-US" dirty="0"/>
              <a:t>     Dataset Storage </a:t>
            </a:r>
          </a:p>
          <a:p>
            <a:pPr marL="0" indent="0">
              <a:buNone/>
            </a:pPr>
            <a:r>
              <a:rPr lang="en-US" dirty="0"/>
              <a:t>     Data Preparation </a:t>
            </a:r>
          </a:p>
          <a:p>
            <a:pPr marL="0" indent="0">
              <a:buNone/>
            </a:pPr>
            <a:r>
              <a:rPr lang="en-US" b="1" dirty="0"/>
              <a:t>DAX (Data Analysis Expressions)</a:t>
            </a:r>
          </a:p>
          <a:p>
            <a:pPr marL="0" indent="0">
              <a:buNone/>
            </a:pPr>
            <a:r>
              <a:rPr lang="en-US" dirty="0"/>
              <a:t>      Used to create measures such as:</a:t>
            </a:r>
          </a:p>
          <a:p>
            <a:pPr marL="0" indent="0">
              <a:buNone/>
            </a:pPr>
            <a:r>
              <a:rPr lang="en-US" dirty="0"/>
              <a:t>      Total Sales</a:t>
            </a:r>
            <a:br>
              <a:rPr lang="en-US" dirty="0"/>
            </a:br>
            <a:r>
              <a:rPr lang="en-US" dirty="0"/>
              <a:t>      Total Profit</a:t>
            </a:r>
            <a:br>
              <a:rPr lang="en-US" dirty="0"/>
            </a:br>
            <a:r>
              <a:rPr lang="en-US" dirty="0"/>
              <a:t>      Total Units Sold</a:t>
            </a:r>
          </a:p>
          <a:p>
            <a:pPr marL="0" indent="0">
              <a:buNone/>
            </a:pPr>
            <a:r>
              <a:rPr lang="en-US" dirty="0"/>
              <a:t>      Profit Margin %</a:t>
            </a:r>
            <a:br>
              <a:rPr lang="en-US" dirty="0"/>
            </a:br>
            <a:r>
              <a:rPr lang="en-US" dirty="0"/>
              <a:t>      Sales Growth %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The Power BI dashboard successfully transforms raw financial    data into meaningful business insights through interactive visualizations and KPI tracking.</a:t>
            </a:r>
          </a:p>
          <a:p>
            <a:pPr marL="0" indent="0">
              <a:buNone/>
            </a:pPr>
            <a:r>
              <a:rPr lang="en-US" b="1" dirty="0"/>
              <a:t>Benefits</a:t>
            </a:r>
          </a:p>
          <a:p>
            <a:pPr marL="0" indent="0">
              <a:buNone/>
            </a:pPr>
            <a:r>
              <a:rPr lang="en-US" dirty="0"/>
              <a:t>    Improved decision-making </a:t>
            </a:r>
          </a:p>
          <a:p>
            <a:pPr marL="0" indent="0">
              <a:buNone/>
            </a:pPr>
            <a:r>
              <a:rPr lang="en-US" dirty="0"/>
              <a:t>    Better sales and profit monitoring </a:t>
            </a:r>
          </a:p>
          <a:p>
            <a:pPr marL="0" indent="0">
              <a:buNone/>
            </a:pPr>
            <a:r>
              <a:rPr lang="en-US" dirty="0"/>
              <a:t>    Interactive data exploration </a:t>
            </a:r>
          </a:p>
          <a:p>
            <a:pPr marL="0" indent="0">
              <a:buNone/>
            </a:pPr>
            <a:r>
              <a:rPr lang="en-US" dirty="0"/>
              <a:t>    Clear visualization of business performance </a:t>
            </a:r>
          </a:p>
          <a:p>
            <a:pPr marL="0" indent="0">
              <a:buNone/>
            </a:pPr>
            <a:r>
              <a:rPr lang="en-US" b="1" dirty="0"/>
              <a:t>Outcome</a:t>
            </a:r>
          </a:p>
          <a:p>
            <a:pPr marL="0" indent="0">
              <a:buNone/>
            </a:pPr>
            <a:r>
              <a:rPr lang="en-US" dirty="0"/>
              <a:t>     This project demonstrates the effective use of Power BI for     business intelligence and dashboard development, enabling stakeholders to make data-driven decisions efficiently.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17</TotalTime>
  <Words>275</Words>
  <Application>Microsoft Office PowerPoint</Application>
  <PresentationFormat>On-screen Show (4:3)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Calisto MT</vt:lpstr>
      <vt:lpstr>Wingdings 2</vt:lpstr>
      <vt:lpstr>Slate</vt:lpstr>
      <vt:lpstr>Project Overview</vt:lpstr>
      <vt:lpstr>Dashboard Screenshot</vt:lpstr>
      <vt:lpstr>Key Insights</vt:lpstr>
      <vt:lpstr>Tools &amp; Technologies Used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balagonda manjunath</dc:creator>
  <cp:keywords/>
  <dc:description>generated using python-pptx</dc:description>
  <cp:lastModifiedBy>balagonda manjunath</cp:lastModifiedBy>
  <cp:revision>2</cp:revision>
  <dcterms:created xsi:type="dcterms:W3CDTF">2013-01-27T09:14:16Z</dcterms:created>
  <dcterms:modified xsi:type="dcterms:W3CDTF">2026-06-04T16:03:02Z</dcterms:modified>
  <cp:category/>
</cp:coreProperties>
</file>